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0320254e2ab48de" /><Relationship Type="http://schemas.openxmlformats.org/package/2006/relationships/metadata/core-properties" Target="/docProps/core.xml" Id="R7ec563facce745fe" /><Relationship Type="http://schemas.openxmlformats.org/officeDocument/2006/relationships/extended-properties" Target="/docProps/app.xml" Id="R0bc35707773d4a57" /><Relationship Type="http://schemas.openxmlformats.org/officeDocument/2006/relationships/custom-properties" Target="/docProps/custom.xml" Id="R05b3a2a228f6404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e5b9775b8db484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e5b9775b8db484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12c44a84c44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d07ebfee740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16e5b6493242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77c9bba6243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19decfb58430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3307be13a61495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589969f842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Test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2026-10-09T02:24:20Z</dcterms:created>
  <cp:lastModifiedBy>OfficeCLI</cp:lastModifiedBy>
  <dcterms:modified xsi:type="dcterms:W3CDTF">2026-10-09T02:24:20Z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2026-10-09T02:25:31Z</vt:lpwstr>
  </op:property>
</op:Properties>
</file>