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4ac29d597464357" /><Relationship Type="http://schemas.openxmlformats.org/package/2006/relationships/metadata/core-properties" Target="/docProps/core.xml" Id="R68a5e08141014c7a" /><Relationship Type="http://schemas.openxmlformats.org/officeDocument/2006/relationships/extended-properties" Target="/docProps/app.xml" Id="R33924c0133a9467d" /><Relationship Type="http://schemas.openxmlformats.org/officeDocument/2006/relationships/custom-properties" Target="/docProps/custom.xml" Id="R49227b5479614cc4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82efb41a4e074fea"/>
    <p:sldId id="257" r:id="R9bfce5ed8a894c09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82efb41a4e074fea" /><Relationship Type="http://schemas.openxmlformats.org/officeDocument/2006/relationships/slide" Target="/ppt/slides/slide2.xml" Id="R9bfce5ed8a894c09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0c5f4ffe3f410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08de627b7742a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71f912cec04a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78eb2cf086449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141fe0d13042c5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014d7e48414407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52f1cc48d949ac" /><Relationship Type="http://schemas.openxmlformats.org/officeDocument/2006/relationships/image" Target="/ppt/media/image.png" Id="R7de31f5aff0a43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5420bdc484f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/>
          <p:nvPr/>
        </p:nvSpPr>
        <p:spPr>
          <a:xfrm xmlns:a="http://schemas.openxmlformats.org/drawingml/2006/main">
            <a:off x="594360" y="411480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r>
              <a:rPr lang="en-US" sz="2700" b="1">
                <a:solidFill>
                  <a:srgbClr val="FFFFFF"/>
                </a:solidFill>
              </a:rPr>
              <a:t>VyaparMarg</a:t>
            </a:r>
          </a:p>
        </p:txBody>
      </p:sp>
      <p:sp>
        <p:nvSpPr>
          <p:cNvPr id="100001" name="TextBox 2"/>
          <p:cNvSpPr/>
          <p:nvPr/>
        </p:nvSpPr>
        <p:spPr>
          <a:xfrm xmlns:a="http://schemas.openxmlformats.org/drawingml/2006/main">
            <a:off x="594360" y="987552"/>
            <a:ext cx="9144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endParaRPr lang="en-US" sz="800" b="0">
              <a:solidFill>
                <a:srgbClr val="F97316"/>
              </a:solidFill>
            </a:endParaRPr>
          </a:p>
        </p:txBody>
      </p:sp>
      <p:sp>
        <p:nvSpPr>
          <p:cNvPr id="100002" name="TextBox 3"/>
          <p:cNvSpPr/>
          <p:nvPr/>
        </p:nvSpPr>
        <p:spPr>
          <a:xfrm xmlns:a="http://schemas.openxmlformats.org/drawingml/2006/main">
            <a:off x="594360" y="1115568"/>
            <a:ext cx="731520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r>
              <a:rPr lang="en-US" sz="1300" b="0">
                <a:solidFill>
                  <a:srgbClr val="A8B3C7"/>
                </a:solidFill>
              </a:rPr>
              <a:t>Rural business assistance, redesigned for the way micro-entrepreneurs actually work.</a:t>
            </a:r>
          </a:p>
        </p:txBody>
      </p:sp>
      <p:sp>
        <p:nvSpPr>
          <p:cNvPr id="100003" name="TextBox 4"/>
          <p:cNvSpPr/>
          <p:nvPr/>
        </p:nvSpPr>
        <p:spPr>
          <a:xfrm xmlns:a="http://schemas.openxmlformats.org/drawingml/2006/main">
            <a:off x="594360" y="1691640"/>
            <a:ext cx="493776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r>
              <a:rPr lang="en-US" sz="2500" b="1">
                <a:solidFill>
                  <a:srgbClr val="FFFFFF"/>
                </a:solidFill>
              </a:rPr>
              <a:t>A trusted digital companion for rural entrepreneurs</a:t>
            </a:r>
          </a:p>
        </p:txBody>
      </p:sp>
      <p:sp>
        <p:nvSpPr>
          <p:cNvPr id="100004" name="TextBox 5"/>
          <p:cNvSpPr/>
          <p:nvPr/>
        </p:nvSpPr>
        <p:spPr>
          <a:xfrm xmlns:a="http://schemas.openxmlformats.org/drawingml/2006/main">
            <a:off x="594360" y="2651760"/>
            <a:ext cx="53949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r>
              <a:rPr lang="en-US" sz="1500" b="0">
                <a:solidFill>
                  <a:srgbClr val="A8B3C7"/>
                </a:solidFill>
              </a:rPr>
              <a:t>Multilingual assistant  â€¢  Explainable recommendations  â€¢  Guided applications</a:t>
            </a:r>
          </a:p>
        </p:txBody>
      </p:sp>
      <p:pic>
        <p:nvPicPr>
          <p:cNvPr id="100005" name="Picture 1" descr="VyaparMarg mobile application dashboar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31f5aff0a439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263640" y="1325880"/>
            <a:ext cx="1874520" cy="4251960"/>
          </a:xfrm>
          <a:prstGeom xmlns:a="http://schemas.openxmlformats.org/drawingml/2006/main" prst="rect">
            <a:avLst/>
          </a:prstGeom>
        </p:spPr>
      </p:pic>
      <p:sp>
        <p:nvSpPr>
          <p:cNvPr id="100006" name="TextBox 6"/>
          <p:cNvSpPr/>
          <p:nvPr/>
        </p:nvSpPr>
        <p:spPr>
          <a:xfrm xmlns:a="http://schemas.openxmlformats.org/drawingml/2006/main">
            <a:off x="594360" y="5989320"/>
            <a:ext cx="49377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r>
              <a:rPr lang="en-US" sz="1100" b="0">
                <a:solidFill>
                  <a:srgbClr val="A8B3C7"/>
                </a:solidFill>
              </a:rPr>
              <a:t>IDEA LAB-III  |  Department of Computer Engineering</a:t>
            </a:r>
          </a:p>
        </p:txBody>
      </p:sp>
      <p:sp>
        <p:nvSpPr>
          <p:cNvPr id="100007" name="TextBox 7"/>
          <p:cNvSpPr/>
          <p:nvPr/>
        </p:nvSpPr>
        <p:spPr>
          <a:xfrm xmlns:a="http://schemas.openxmlformats.org/drawingml/2006/main">
            <a:off x="594360" y="6291072"/>
            <a:ext cx="49377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r>
              <a:rPr lang="en-US" sz="1300" b="1">
                <a:solidFill>
                  <a:srgbClr val="F97316"/>
                </a:solidFill>
              </a:rPr>
              <a:t>Rangesh Gupta  |  Roll No. 53  |  SE CPMN A</a:t>
            </a:r>
          </a:p>
        </p:txBody>
      </p:sp>
    </p:spTree>
  </p:cSld>
  <p:transition>
    <p:fade/>
  </p:transition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/>
      <p:sp>
        <p:nvSpPr>
          <p:cNvPr id="100008" name="TextBox 1"/>
          <p:cNvSpPr/>
          <p:nvPr/>
        </p:nvSpPr>
        <p:spPr>
          <a:xfrm xmlns:a="http://schemas.openxmlformats.org/drawingml/2006/main">
            <a:off x="594360" y="411480"/>
            <a:ext cx="740664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r>
              <a:rPr lang="en-US" sz="2700" b="1">
                <a:solidFill>
                  <a:srgbClr val="FFFFFF"/>
                </a:solidFill>
              </a:rPr>
              <a:t>The opportunity</a:t>
            </a:r>
          </a:p>
        </p:txBody>
      </p:sp>
      <p:sp>
        <p:nvSpPr>
          <p:cNvPr id="100009" name="TextBox 2"/>
          <p:cNvSpPr/>
          <p:nvPr/>
        </p:nvSpPr>
        <p:spPr>
          <a:xfrm xmlns:a="http://schemas.openxmlformats.org/drawingml/2006/main">
            <a:off x="594360" y="987552"/>
            <a:ext cx="914400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endParaRPr lang="en-US" sz="800" b="0">
              <a:solidFill>
                <a:srgbClr val="F97316"/>
              </a:solidFill>
            </a:endParaRPr>
          </a:p>
        </p:txBody>
      </p:sp>
      <p:sp>
        <p:nvSpPr>
          <p:cNvPr id="100010" name="TextBox 3"/>
          <p:cNvSpPr/>
          <p:nvPr/>
        </p:nvSpPr>
        <p:spPr>
          <a:xfrm xmlns:a="http://schemas.openxmlformats.org/drawingml/2006/main">
            <a:off x="594360" y="1115568"/>
            <a:ext cx="731520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r>
              <a:rPr lang="en-US" sz="1300" b="0">
                <a:solidFill>
                  <a:srgbClr val="A8B3C7"/>
                </a:solidFill>
              </a:rPr>
              <a:t>Small businesses do not need more links. They need the right next step.</a:t>
            </a:r>
          </a:p>
        </p:txBody>
      </p:sp>
      <p:sp>
        <p:nvSpPr>
          <p:cNvPr id="100011" name="TextBox 4"/>
          <p:cNvSpPr/>
          <p:nvPr/>
        </p:nvSpPr>
        <p:spPr>
          <a:xfrm xmlns:a="http://schemas.openxmlformats.org/drawingml/2006/main">
            <a:off x="594360" y="1645920"/>
            <a:ext cx="2331720" cy="1828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62238"/>
          </a:solidFill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endParaRPr lang="en-US" sz="1000" b="0">
              <a:solidFill>
                <a:srgbClr val="FFFFFF"/>
              </a:solidFill>
            </a:endParaRPr>
          </a:p>
        </p:txBody>
      </p:sp>
      <p:sp>
        <p:nvSpPr>
          <p:cNvPr id="100012" name="TextBox 5"/>
          <p:cNvSpPr/>
          <p:nvPr/>
        </p:nvSpPr>
        <p:spPr>
          <a:xfrm xmlns:a="http://schemas.openxmlformats.org/drawingml/2006/main">
            <a:off x="594360" y="1792224"/>
            <a:ext cx="233172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lIns="73152" tIns="73152" rIns="73152" bIns="73152"/>
          <a:lstStyle xmlns:a="http://schemas.openxmlformats.org/drawingml/2006/main"/>
          <a:p xmlns:a="http://schemas.openxmlformats.org/drawingml/2006/main">
            <a:pPr algn="l"/>
            <a:r>
              <a:rPr lang="en-US" sz="1600" b="1">
                <a:solidFill>
                  <a:srgbClr val="145DA0"/>
                </a:solidFill>
              </a:rPr>
              <a:t>01  Discover</a:t>
            </a:r>
          </a:p>
        </p:txBody>
      </p:sp>
    </p:spTree>
  </p:cSld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OfficeCLI/1.0.155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2026-10-09T02:25:24Z</dcterms:created>
  <cp:lastModifiedBy>OfficeCLI</cp:lastModifiedBy>
  <dcterms:modified xsi:type="dcterms:W3CDTF">2026-10-09T02:25:24Z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1.0.155</vt:lpwstr>
  </op:property>
  <op:property fmtid="{D5CDD505-2E9C-101B-9397-08002B2CF9AE}" pid="3" name="OfficeCLI.LastModified">
    <vt:lpwstr xmlns:vt="http://schemas.openxmlformats.org/officeDocument/2006/docPropsVTypes">2026-10-09T02:25:45Z</vt:lpwstr>
  </op:property>
</op:Properties>
</file>